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DM Sans" pitchFamily="2" charset="0"/>
      <p:regular r:id="rId10"/>
      <p:bold r:id="rId11"/>
    </p:embeddedFont>
    <p:embeddedFont>
      <p:font typeface="Libre Baskerville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33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631388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SeatBite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6993" y="1532453"/>
            <a:ext cx="7730014" cy="2613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Cinema Food Ordering, Delivered to Your Seat</a:t>
            </a:r>
            <a:endParaRPr lang="en-US" sz="5450" dirty="0"/>
          </a:p>
        </p:txBody>
      </p:sp>
      <p:sp>
        <p:nvSpPr>
          <p:cNvPr id="5" name="Text 2"/>
          <p:cNvSpPr/>
          <p:nvPr/>
        </p:nvSpPr>
        <p:spPr>
          <a:xfrm>
            <a:off x="706993" y="4415790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full-stack web application built for Saudi Arabia's cinema experience — browse movies, pick your seat, order food and drinks, and track delivery without ever leaving your row.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06993" y="560212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06993" y="6187559"/>
            <a:ext cx="7730014" cy="1410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FIRAS ALMASHAMA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HASSAN ALSHABANAH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AHMED ALROMAIH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MOHAMMED ALAYYASH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26362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 — And How SeatBite Solves It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588901"/>
            <a:ext cx="6571417" cy="2100739"/>
          </a:xfrm>
          <a:prstGeom prst="roundRect">
            <a:avLst>
              <a:gd name="adj" fmla="val 7774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725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396859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Cinema customers miss key moments — forced to leave their seats or wait in long concession lines during a screening.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15715"/>
            <a:ext cx="3174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SeatBite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directly from your phone. SeatBite supports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muvi, AMC, and VOX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venues across Saudi Arabia with a seamless flow from movie selection to seat delivery.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486400" cy="84191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1362" y="730806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1362" y="1531263"/>
            <a:ext cx="368498" cy="368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31362" y="2086928"/>
            <a:ext cx="297441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Movie &amp; Venue Browsing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31362" y="2464594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movies with English and Arabic filters, then select from real Saudi cinema locations.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1362" y="3031212"/>
            <a:ext cx="368498" cy="3684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31362" y="3586877"/>
            <a:ext cx="2628305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Seat Picker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31362" y="3964543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seat availability with taken-seat updates and QR ticket flow for fast ordering.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362" y="4531162"/>
            <a:ext cx="368498" cy="3684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31362" y="5086826"/>
            <a:ext cx="2661523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Bilingual Menu &amp; Cart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31362" y="5464493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Snacks, meals, and drinks with server-calculated totals in English and Arabic.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1362" y="6031111"/>
            <a:ext cx="368498" cy="3684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31362" y="6586776"/>
            <a:ext cx="392953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Mock Payment &amp; Order Tracking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131362" y="6964442"/>
            <a:ext cx="78540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Credit/Debit, Apple Pay, and STC Pay with real-time delivery status: Confirmed → Preparing → On the Way → Delivered.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443032"/>
            <a:ext cx="5805845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 &amp;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397" y="1043226"/>
            <a:ext cx="7141488" cy="4642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45502" y="3425983"/>
            <a:ext cx="2308009" cy="536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 — React SPA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806389" y="2043085"/>
            <a:ext cx="1773924" cy="536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— REST (Express)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885505" y="3406909"/>
            <a:ext cx="1602255" cy="536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— Node.js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958985" y="4197903"/>
            <a:ext cx="1506882" cy="80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— MongoDB Atlas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546509" y="5780603"/>
            <a:ext cx="9537383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SeatBite uses a decoupled architecture — frontend and backend are separate npm projects communicating through RESTful API calls, each deployed independently.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6509" y="6231017"/>
            <a:ext cx="3123009" cy="735687"/>
          </a:xfrm>
          <a:prstGeom prst="roundRect">
            <a:avLst>
              <a:gd name="adj" fmla="val 789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92241" y="6376749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692241" y="6643092"/>
            <a:ext cx="283154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Vite · Responsive SPA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53695" y="6231017"/>
            <a:ext cx="3123009" cy="735687"/>
          </a:xfrm>
          <a:prstGeom prst="roundRect">
            <a:avLst>
              <a:gd name="adj" fmla="val 789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9428" y="6376749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899428" y="6643092"/>
            <a:ext cx="283154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 · REST API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960882" y="6231017"/>
            <a:ext cx="3123009" cy="735687"/>
          </a:xfrm>
          <a:prstGeom prst="roundRect">
            <a:avLst>
              <a:gd name="adj" fmla="val 789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06614" y="6376749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106614" y="6643092"/>
            <a:ext cx="2831544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 Atlas · Mongoose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46509" y="7050881"/>
            <a:ext cx="4726543" cy="735687"/>
          </a:xfrm>
          <a:prstGeom prst="roundRect">
            <a:avLst>
              <a:gd name="adj" fmla="val 789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692241" y="7196614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692241" y="7462957"/>
            <a:ext cx="4435078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sessions · bcrypt hashing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57229" y="7050881"/>
            <a:ext cx="4726662" cy="735687"/>
          </a:xfrm>
          <a:prstGeom prst="roundRect">
            <a:avLst>
              <a:gd name="adj" fmla="val 789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02962" y="7196614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502962" y="7462957"/>
            <a:ext cx="4435197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 · Render · Atlas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9557"/>
            <a:ext cx="86419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Backend, Database &amp; Security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953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764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Mongoose models power the system: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94509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084" y="3951803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29551" y="3694509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86845" y="3951803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Movie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790242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084" y="5047536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Venue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029551" y="4790242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86845" y="5047536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MenuItem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790" y="5885974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084" y="6143268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Showtime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029551" y="5885974"/>
            <a:ext cx="3008948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86845" y="6143268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Order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99521" y="2495312"/>
            <a:ext cx="29260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 Protections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99521" y="3076456"/>
            <a:ext cx="6244709" cy="293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 hashing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bcrypt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JWT-based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authentication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Server-side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 total calculation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Seat format validation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input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showtime + seat index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constraint prevents double booking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 login errors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reduce email enumeration risk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-78060"/>
            <a:ext cx="5486400" cy="8307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74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 &amp; Live Demo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25197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1410" y="2532817"/>
            <a:ext cx="3770590" cy="1669852"/>
          </a:xfrm>
          <a:prstGeom prst="roundRect">
            <a:avLst>
              <a:gd name="adj" fmla="val 5705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8224" y="2759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250049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on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fast CDN, zero-config React builds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572000" y="2532817"/>
            <a:ext cx="3770590" cy="1669852"/>
          </a:xfrm>
          <a:prstGeom prst="rect">
            <a:avLst/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0" y="2532817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98814" y="2759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98814" y="3250049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Hosted on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Render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Node.js API with auto-deploy from Git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202668"/>
            <a:ext cx="7541181" cy="1306949"/>
          </a:xfrm>
          <a:prstGeom prst="rect">
            <a:avLst/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1410" y="4202668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8224" y="4429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491990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Managed on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 Atlas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cloud-native, always-on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5772388"/>
            <a:ext cx="7556421" cy="1689616"/>
          </a:xfrm>
          <a:prstGeom prst="roundRect">
            <a:avLst>
              <a:gd name="adj" fmla="val 56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116479"/>
            <a:ext cx="283488" cy="2268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30906" y="6055876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SeatBite includes graceful fallback behavior — if the backend is unavailable, the demo continues using local catalog data so the experience never breaks.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0855"/>
            <a:ext cx="101313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Current Limitations &amp; What's Next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Known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7754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frontend login UI yet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 Pay and STC Pay are mock options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Render backend may have cold-start delays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Showtime selection is automatic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automated frontend tests yet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3129796"/>
            <a:ext cx="6571417" cy="3018949"/>
          </a:xfrm>
          <a:prstGeom prst="roundRect">
            <a:avLst>
              <a:gd name="adj" fmla="val 541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62982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3937754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SeatBite demonstrates a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cinema food ordering system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real deployment, live database integration, order tracking, admin tools, and a seamless seat-delivery experience for Saudi cinema audiences.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471</Words>
  <Application>Microsoft Office PowerPoint</Application>
  <PresentationFormat>Custom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DM Sans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ahmed alromih</cp:lastModifiedBy>
  <cp:revision>3</cp:revision>
  <dcterms:created xsi:type="dcterms:W3CDTF">2026-05-03T14:51:37Z</dcterms:created>
  <dcterms:modified xsi:type="dcterms:W3CDTF">2026-05-03T15:52:51Z</dcterms:modified>
</cp:coreProperties>
</file>